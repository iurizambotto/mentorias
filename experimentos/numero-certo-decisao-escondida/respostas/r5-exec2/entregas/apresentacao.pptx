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gerado por analise/scripts/11_apresentacao.py a partir de analise/numeros.json. Todo número citado tem script que o reproduz.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pergunta nas palavras de quem perguntou. A regra de pacing abaixo é a que foi acordada: janela do flight, mesmo veículo, campanha sem plano fora da conta.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terceiro indicador é o flight da Inauguracao no Tiktok, que não registrou nenhum dia de entrega na própria janela. É o único do plano nessa situação.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Investimento 100,75%, impressões 121,70%, cliques 47,32%. Cliques está em cinza de propósito: o slide seguinte mostra que ele é premissa de planejamento, não entrega. Diferença de investimento: R$ 7.760,09.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impressões o Tiktok fica em 24,29%, pior que em investimento. Ação: separar a cobrança em duas, sub-entrega de ritmo nos flights que rodaram e o flight que não foi ao ar, de R$ 24.797,50.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flight é o da Freeshop no Meta Ads, com premissa de CTR de 1,00%, quatro vezes a mediana do próprio plano, que é 0,25%. O CTR efetivo da entrega foi 0,18%. Não há déficit de cliques a explicar; há premissa a corrigir no próximo plano.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campanha abaixo de 80% e 2 acima de 120%. A maior diferença absoluta numa campanha é R$ 36.800,06. O agregado não está escondendo extremos que se anulam.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realizado no arquivo: R$ 17.075.125,38. Isso não é erro de entrega e não entra no pacing. Mas muda o peso da conversa: o pacing descreve bem o plano e descreve pouco a operação inteira. Pergunta para a área: essas campanhas pertencem a outro plano?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par sem pacing é Joao Pessoa - Não Pulavel no Youtube Ads: teve 26 dias de entrega real sem nada orçado contra o que comparar. As sobreposições estão em 3 combinações de campanha e veículo. Somar a coluna de investimento do arquivo inteiro, sem separar pela coluna Base, mistura orçamento com gasto. Há também 2 flights com entrega orçada em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São 147 dias de entrega disputados, um deles por 4 flights. O realizado cobre de 2023 a 2024 e o plano cobre maio a julho de 2024. Outras duas decisões testadas, com efeito menor: tratar a data de término como exclusiva daria 87,47%, e agrupar campanhas por prefixo do nome não muda nada, 100,75%, porque as 1361 linhas afetadas caem fora das janelas.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premissa de CTR do plano hoje vai de 0,05% a 1,00%, contra CTR efetivo de 0,18%. Os itens 1 e 2 têm dinheiro associado e prazo de faturamento. Os itens 3 e 4 são para o próximo ciclo de planejamento. Os itens 5 e 6 são de processo.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conferidor conferir_numeros.py roda contra o docx, o html e este pptx, e falha se algum número exibido não tiver lastro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830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O dinheiro planejado foi entregue quase na régua,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Calibri"/>
              </a:rPr>
              <a:t>e rendeu mais mídia do que o plano previa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77639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Pacing de investimento de 100,75% e de impressões de 121,70%.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Resultados de mídia, plano de maio a julho de 2024.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Base: BASE DE PACING_v2.csv.xls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1097280"/>
          </a:xfrm>
        </p:spPr>
        <p:txBody>
          <a:bodyPr wrap="square"/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A pergunta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3000" b="0">
                <a:solidFill>
                  <a:srgbClr val="2A78D6"/>
                </a:solidFill>
                <a:latin typeface="Calibri"/>
              </a:rPr>
              <a:t>“Como foi a performance das campanhas?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3000" b="0">
                <a:solidFill>
                  <a:srgbClr val="2A78D6"/>
                </a:solidFill>
                <a:latin typeface="Calibri"/>
              </a:rPr>
              <a:t>A gente entregou o que tinha planejado?”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Pacing é o realizado dividido pelo planejado, contando só a entrega que caiu dentro da janela do flight, no mesmo veículo. Campanha sem linha de planejado fica fora da conta.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1097280"/>
          </a:xfrm>
        </p:spPr>
        <p:txBody>
          <a:bodyPr wrap="square"/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Sim, em dinheiro. E com mais mídia entregue do que o previsto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900" b="0">
                <a:solidFill>
                  <a:srgbClr val="52514E"/>
                </a:solidFill>
                <a:latin typeface="Calibri"/>
              </a:rPr>
              <a:t>Entregamos R$ 1.041.385,17 contra R$ 1.033.625,08 planejados.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2A78D6"/>
                </a:solidFill>
                <a:latin typeface="Calibri"/>
              </a:rPr>
              <a:t>100,75%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118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pacing de investimento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4256" y="2514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2A78D6"/>
                </a:solidFill>
                <a:latin typeface="Calibri"/>
              </a:rPr>
              <a:t>121,70%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4256" y="36118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pacing de impressões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1583" y="2514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2A78D6"/>
                </a:solidFill>
                <a:latin typeface="Calibri"/>
              </a:rPr>
              <a:t>R$ 24.797,50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3" y="36118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plano que não foi ao 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29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Base: 45 flights planejados e 884 dias de entrega dentro das janelas contratadas, de 16764 dias registrados no arquivo.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1097280"/>
          </a:xfrm>
        </p:spPr>
        <p:txBody>
          <a:bodyPr wrap="square"/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Em dinheiro o plano fechou no ponto, e a mídia veio acima do previsto</a:t>
            </a:r>
          </a:p>
        </p:txBody>
      </p:sp>
      <p:pic>
        <p:nvPicPr>
          <p:cNvPr id="3" name="Picture 2" descr="pacing_met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00200"/>
            <a:ext cx="9601200" cy="39074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349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A mesma verba comprou 29.749.424 impressões a mais do que o plano previa. O CPM real veio abaixo do orçado.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1097280"/>
          </a:xfrm>
        </p:spPr>
        <p:txBody>
          <a:bodyPr wrap="square"/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O Tiktok Ads entregou menos da metade do que foi planejado</a:t>
            </a:r>
          </a:p>
        </p:txBody>
      </p:sp>
      <p:pic>
        <p:nvPicPr>
          <p:cNvPr id="3" name="Picture 2" descr="pacing_veicu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00200"/>
            <a:ext cx="9601200" cy="39074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3492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São R$ 99.049,83 planejados e R$ 47.290,25 entregues. Metade da diferença é um flight só, a Inauguracao, que não foi ao 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1097280"/>
          </a:xfrm>
        </p:spPr>
        <p:txBody>
          <a:bodyPr wrap="square"/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O déficit de cliques não existe: é premissa de CTR de um flight só</a:t>
            </a:r>
          </a:p>
        </p:txBody>
      </p:sp>
      <p:pic>
        <p:nvPicPr>
          <p:cNvPr id="3" name="Picture 2" descr="cl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45920"/>
            <a:ext cx="9601200" cy="36841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2120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O plano deriva cliques de uma premissa de CTR que vai de 0,05% a 1,00%. Um flight concentra 52,79% dos cliques planejados. Sem ele, o pacing é 100,46%.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1097280"/>
          </a:xfrm>
        </p:spPr>
        <p:txBody>
          <a:bodyPr wrap="square"/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Campanha a campanha, o desvio de verba é pequeno fora das inaugurações</a:t>
            </a:r>
          </a:p>
        </p:txBody>
      </p:sp>
      <p:pic>
        <p:nvPicPr>
          <p:cNvPr id="3" name="Picture 2" descr="campanh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554480"/>
            <a:ext cx="8778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6235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Das 18 campanhas com pacing calculável, 15 ficaram entre 80% e 120% do orçado.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1097280"/>
          </a:xfrm>
        </p:spPr>
        <p:txBody>
          <a:bodyPr wrap="square"/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Este plano cobre uma fração pequena do que foi veiculado</a:t>
            </a:r>
          </a:p>
        </p:txBody>
      </p:sp>
      <p:pic>
        <p:nvPicPr>
          <p:cNvPr id="3" name="Picture 2" descr="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45920"/>
            <a:ext cx="8778240" cy="35910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Só 6,13% do investimento realizado no arquivo pertence a este plano. As 166 campanhas sem linha de planejado somam R$ 12.098.469,92.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1097280"/>
          </a:xfrm>
        </p:spPr>
        <p:txBody>
          <a:bodyPr wrap="square"/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O que esta análise não responde, e o que olhar na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544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Não responde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Pacing por flight onde o plano se sobrepõe: 8 pares de janelas cruzadas.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Se a sobra de impressões é preço ou formato.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Se as campanhas fora do plano têm outro plano.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5544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Qualidade da base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Extensão .xls, conteúdo CSV.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Duas tabelas empilhadas: 45 flights e 16764 dias de entrega.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2 flights sem valor orçado.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• 1 par sem pacing, nunca mostrado como 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1097280"/>
          </a:xfrm>
        </p:spPr>
        <p:txBody>
          <a:bodyPr wrap="square"/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Duas decisões de método mudariam muito o número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544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Cada entrega conta uma vez, mesmo com vários flights a reivindicando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Escolhido 100,75% e 121,70%  |  alternativa 151,32% e 219,66%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Calibri"/>
              </a:rPr>
              <a:t>Só conta a entrega dentro da janela do flight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Escolhido 100,75%  |  sem filtro de janela 361,72%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1097280"/>
          </a:xfrm>
        </p:spPr>
        <p:txBody>
          <a:bodyPr wrap="square"/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5448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1. Tirar do faturamento o flight de R$ 24.797,50 que não foi ao ar, e cobrar a sub-entrega do Tiktok.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2. Confirmar se essa campanha foi cancelada ou não reportada.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3. Corrigir a premissa de CTR, contra o efetivo de 0,18%.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4. Rever para baixo a premissa de CPM das inaugurações.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5. Definir se as 166 campanhas sem plano têm outro plano.</a:t>
            </a:r>
          </a:p>
          <a:p>
            <a:pPr algn="l">
              <a:lnSpc>
                <a:spcPct val="136000"/>
              </a:lnSpc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6. Pedir uma chave de flight no realizado.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65760"/>
            <a:ext cx="11064240" cy="1097280"/>
          </a:xfrm>
        </p:spPr>
        <p:txBody>
          <a:bodyPr wrap="square"/>
          <a:lstStyle/>
          <a:p>
            <a:pPr algn="l">
              <a:lnSpc>
                <a:spcPct val="106000"/>
              </a:lnSpc>
            </a:pPr>
            <a:r>
              <a:rPr sz="2800" b="1">
                <a:solidFill>
                  <a:srgbClr val="0B0B0B"/>
                </a:solidFill>
                <a:latin typeface="Calibri"/>
              </a:rPr>
              <a:t>Apêndice: como reproduzir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544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Scripts, em ordem, a partir da pasta do projeto: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perfilar.py, 01_escopo, 02_sobreposicao, 03_pacing, 04_alternativas, 05_cortes,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06_cliques, 07_citados, 09_tabela_livro, 08_dashboard, 10_powerbi, 11_apresentacao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Cada número deste deck está em analise/numeros.json, com o script que o calcula.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As escolhas de método estão em analise/decisoes.md, com o valor da alternativa.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Entregas: insights.docx, insights.pdf, dashboard.html e a pasta powerbi.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